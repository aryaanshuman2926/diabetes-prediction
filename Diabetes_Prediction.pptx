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bubble3D val="0"/>
            <c:spPr>
              <a:solidFill>
                <a:srgbClr val="FF6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Non-Diabetic (65%)</c:v>
                </c:pt>
                <c:pt idx="1">
                  <c:v>Diabetic (35%)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Training Accuracy</c:v>
                  </c:pt>
                  <c:pt idx="1">
                    <c:v>Test Accuracy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0.7866</c:v>
                </c:pt>
                <c:pt idx="1">
                  <c:v>0.7727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937760"/>
            <a:ext cx="3291840" cy="329184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0F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INTERNSHIP  ·  NAVIOTECH SOLUTION  ·  JUNE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model that predicts diabetes risk from diagnostic health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2011680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40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 |  B.Tech CSE (Data Science)  |  Gandhi Engineering College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early diabetes detection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chronic condition affecting how the body processes blood sugar. Left undiagnosed, it can lead to serious complications — but early detection through routine health data can enable timely intervention.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1546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537M+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14600" y="31546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living with diabetes worldwide (IDF estimate)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17880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417880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used to train this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52029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520293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measurements used per patient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169164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331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can flag at-risk patients from routine diagnostic data — enabling preventive care before symptoms escalate.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749040"/>
            <a:ext cx="3200400" cy="0"/>
          </a:xfrm>
          <a:prstGeom prst="line">
            <a:avLst/>
          </a:prstGeom>
          <a:noFill/>
          <a:ln w="19050">
            <a:solidFill>
              <a:srgbClr val="16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977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PIMA Indians Diabetes Dataset — a benchmark dataset widely used in medical ML research.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18872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Diabetes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 that predicts whether a patient is diabetic based on 8 diagnostic measurements.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Inputs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feature scaling so measurements on different scales (age, glucose, BMI) contribute fairly to the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86968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Reliability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model's accuracy on both training and unseen test data to confirm it generalizes well.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 Indians Diabetes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7288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447288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71616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95944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95944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95944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Outcome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features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5935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0" y="35935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35935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0" y="35935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412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level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84048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Pedigree Function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87552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10412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169164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095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distribution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7818120" y="237744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SVM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2024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057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features &amp; target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94960" y="20574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dataset into input features (X) and the Outcome label (Y).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18688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218688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335584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the features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94960" y="3355848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so all 8 features are on a comparable scale — critical for distance-based models like SVM.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517136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4517136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4654296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465429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80% training and 20% testing, using stratified sampling to preserve the class ratio.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 (SVM)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217920" cy="3931920"/>
          </a:xfrm>
          <a:prstGeom prst="roundRect">
            <a:avLst>
              <a:gd name="adj" fmla="val 2326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linear-kernel Support Vector Classifier was used to separate diabetic and non-diabetic patients.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5669280" cy="0"/>
          </a:xfrm>
          <a:prstGeom prst="line">
            <a:avLst/>
          </a:prstGeom>
          <a:noFill/>
          <a:ln w="19050">
            <a:solidFill>
              <a:srgbClr val="163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4930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smaller, well-structured datasets like this 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4224528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0873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boundary (hyperplane) that best separates the two classes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4818888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6817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 keeps the model simple and interpretable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8288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= svm.SVC(kernel='linear')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8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training samples   ·   154 test samples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vs. Test Accuracy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0574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691640"/>
            <a:ext cx="4572000" cy="1874520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1874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78.66%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866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3749040"/>
            <a:ext cx="4572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866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77.27%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08660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(unseen data)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on a new patient sample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input was passed through the trained model to demonstrate real-world usage: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47288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71616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71616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71616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95944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95944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95944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337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7288" y="3337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47288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47288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71616" y="3337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71616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71616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Pedigree Fn.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95944" y="3337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314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95944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95944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35240" y="22860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Diabetic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909560" y="3840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classified this sample as diabetic, matching the known outcome for this record.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and model reveal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548640" cy="91440"/>
          </a:xfrm>
          <a:prstGeom prst="round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774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gap, good 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(78.66%) and test (77.27%) accuracy are close — the model generalizes well and isn't overfitting.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148840"/>
            <a:ext cx="548640" cy="91440"/>
          </a:xfrm>
          <a:prstGeom prst="roundRect">
            <a:avLst/>
          </a:prstGeom>
          <a:solidFill>
            <a:srgbClr val="0F9B8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3774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is a strong signal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in the dataset show a notably higher mean glucose level, consistent with medical understanding.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0" y="2148840"/>
            <a:ext cx="548640" cy="91440"/>
          </a:xfrm>
          <a:prstGeom prst="roundRect">
            <a:avLst/>
          </a:prstGeom>
          <a:solidFill>
            <a:srgbClr val="0F9B8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3774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 mattered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69680" y="324612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SVM is distance-based, scaling features (like Insulin ranging 0-800+ vs. Age 20-80) was essential for fair comparison.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037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57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trained a Support Vector Machine classifier on real medical diagnostic 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895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why feature standardization is essential for distance-based models like SVM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5753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4290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balanced, generalizable performance — 78.66% train vs. 77.27% test accuracy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611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114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predictive system that classifies new patient data in real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21488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16314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other kernels (RBF, polynomial) for comparison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ensemble models like Random Forest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simple health-screening web 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63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2026-07-16T04:57:34Z</dcterms:created>
  <dcterms:modified xsi:type="dcterms:W3CDTF">2026-07-16T04:57:34Z</dcterms:modified>
</cp:coreProperties>
</file>